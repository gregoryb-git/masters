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13"/>
  </p:notesMasterIdLst>
  <p:sldIdLst>
    <p:sldId id="256" r:id="rId5"/>
    <p:sldId id="257" r:id="rId6"/>
    <p:sldId id="259" r:id="rId7"/>
    <p:sldId id="310" r:id="rId8"/>
    <p:sldId id="311" r:id="rId9"/>
    <p:sldId id="312" r:id="rId10"/>
    <p:sldId id="258" r:id="rId11"/>
    <p:sldId id="271" r:id="rId12"/>
  </p:sldIdLst>
  <p:sldSz cx="12192000" cy="6858000"/>
  <p:notesSz cx="6864350" cy="9996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customXml" Target="../customXml/item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15999" y="812517"/>
            <a:ext cx="7127281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PlaceHolder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the notes format</a:t>
            </a:r>
          </a:p>
        </p:txBody>
      </p:sp>
      <p:sp>
        <p:nvSpPr>
          <p:cNvPr id="4" name="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en-US"/>
              <a:t>&lt;header&gt;</a:t>
            </a:r>
          </a:p>
        </p:txBody>
      </p:sp>
      <p:sp>
        <p:nvSpPr>
          <p:cNvPr id="5" name="PlaceHolder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en-US"/>
              <a:t>&lt;date/time&gt;</a:t>
            </a:r>
          </a:p>
        </p:txBody>
      </p:sp>
      <p:sp>
        <p:nvSpPr>
          <p:cNvPr id="6" name="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en-US"/>
              <a:t>&lt;footer&gt;</a:t>
            </a:r>
          </a:p>
        </p:txBody>
      </p:sp>
      <p:sp>
        <p:nvSpPr>
          <p:cNvPr id="7" name="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fld id="{1215CEE0-B080-4BB9-83EE-39F2CC9237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5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-1" baseline="0">
        <a:solidFill>
          <a:srgbClr val="000000"/>
        </a:solidFill>
        <a:uFillTx/>
        <a:latin typeface="Arial"/>
        <a:ea typeface="DejaVu Sans"/>
        <a:cs typeface="DejaVu Sa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34975" y="1249363"/>
            <a:ext cx="5992813" cy="3371850"/>
          </a:xfrm>
        </p:spPr>
      </p:sp>
      <p:sp>
        <p:nvSpPr>
          <p:cNvPr id="3" name="PlaceHolder 2"/>
          <p:cNvSpPr txBox="1">
            <a:spLocks noGrp="1"/>
          </p:cNvSpPr>
          <p:nvPr>
            <p:ph type="body" sz="quarter" idx="1"/>
          </p:nvPr>
        </p:nvSpPr>
        <p:spPr>
          <a:xfrm>
            <a:off x="686522" y="4810676"/>
            <a:ext cx="5490002" cy="3934800"/>
          </a:xfrm>
        </p:spPr>
        <p:txBody>
          <a:bodyPr lIns="96478" tIns="48243" rIns="96478" bIns="48243"/>
          <a:lstStyle/>
          <a:p>
            <a:endParaRPr lang="en-US"/>
          </a:p>
        </p:txBody>
      </p:sp>
      <p:sp>
        <p:nvSpPr>
          <p:cNvPr id="4" name="CustomShape 3"/>
          <p:cNvSpPr/>
          <p:nvPr/>
        </p:nvSpPr>
        <p:spPr>
          <a:xfrm>
            <a:off x="3888357" y="9495001"/>
            <a:ext cx="2973235" cy="5000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2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7812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>
            <a:lvl1pPr marL="228600" indent="-228600" algn="ctr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9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0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75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44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06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3"/>
          </p:nvPr>
        </p:nvSpPr>
        <p:spPr>
          <a:xfrm>
            <a:off x="609484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1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3"/>
          </p:nvPr>
        </p:nvSpPr>
        <p:spPr>
          <a:xfrm>
            <a:off x="6231956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2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body" idx="3"/>
          </p:nvPr>
        </p:nvSpPr>
        <p:spPr>
          <a:xfrm>
            <a:off x="609484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1"/>
          </p:nvPr>
        </p:nvSpPr>
        <p:spPr>
          <a:xfrm>
            <a:off x="6231956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2"/>
          </p:nvPr>
        </p:nvSpPr>
        <p:spPr>
          <a:xfrm>
            <a:off x="609484" y="3682078"/>
            <a:ext cx="10972443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8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body" idx="2"/>
          </p:nvPr>
        </p:nvSpPr>
        <p:spPr>
          <a:xfrm>
            <a:off x="609484" y="1604515"/>
            <a:ext cx="10972443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1"/>
          </p:nvPr>
        </p:nvSpPr>
        <p:spPr>
          <a:xfrm>
            <a:off x="609484" y="3682078"/>
            <a:ext cx="10972443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5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3"/>
          </p:nvPr>
        </p:nvSpPr>
        <p:spPr>
          <a:xfrm>
            <a:off x="609484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5" name="PlaceHolder 5"/>
          <p:cNvSpPr txBox="1">
            <a:spLocks noGrp="1"/>
          </p:cNvSpPr>
          <p:nvPr>
            <p:ph idx="4"/>
          </p:nvPr>
        </p:nvSpPr>
        <p:spPr>
          <a:xfrm>
            <a:off x="6231956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11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body" idx="4294967295"/>
          </p:nvPr>
        </p:nvSpPr>
        <p:spPr>
          <a:xfrm>
            <a:off x="609484" y="1604515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type="body" idx="4294967295"/>
          </p:nvPr>
        </p:nvSpPr>
        <p:spPr>
          <a:xfrm>
            <a:off x="4319643" y="1604515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type="body" idx="4294967295"/>
          </p:nvPr>
        </p:nvSpPr>
        <p:spPr>
          <a:xfrm>
            <a:off x="8029803" y="1604515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5" name="PlaceHolder 5"/>
          <p:cNvSpPr txBox="1">
            <a:spLocks noGrp="1"/>
          </p:cNvSpPr>
          <p:nvPr>
            <p:ph type="body" idx="4294967295"/>
          </p:nvPr>
        </p:nvSpPr>
        <p:spPr>
          <a:xfrm>
            <a:off x="609484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6" name="PlaceHolder 6"/>
          <p:cNvSpPr txBox="1">
            <a:spLocks noGrp="1"/>
          </p:cNvSpPr>
          <p:nvPr>
            <p:ph type="body" idx="4294967295"/>
          </p:nvPr>
        </p:nvSpPr>
        <p:spPr>
          <a:xfrm>
            <a:off x="431964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7" name="PlaceHolder 7"/>
          <p:cNvSpPr txBox="1">
            <a:spLocks noGrp="1"/>
          </p:cNvSpPr>
          <p:nvPr>
            <p:ph type="body" idx="4294967295"/>
          </p:nvPr>
        </p:nvSpPr>
        <p:spPr>
          <a:xfrm>
            <a:off x="802980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51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33622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724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325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770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478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107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478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032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741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5942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020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6"/>
          <p:cNvSpPr txBox="1">
            <a:spLocks noGrp="1"/>
          </p:cNvSpPr>
          <p:nvPr>
            <p:ph type="body" idx="4294967295"/>
          </p:nvPr>
        </p:nvSpPr>
        <p:spPr>
          <a:xfrm>
            <a:off x="431964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7"/>
          <p:cNvSpPr txBox="1">
            <a:spLocks noGrp="1"/>
          </p:cNvSpPr>
          <p:nvPr>
            <p:ph type="body" idx="4294967295"/>
          </p:nvPr>
        </p:nvSpPr>
        <p:spPr>
          <a:xfrm>
            <a:off x="802980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737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621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5097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5419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3089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480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7537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4"/>
          <p:cNvSpPr txBox="1">
            <a:spLocks noGrp="1"/>
          </p:cNvSpPr>
          <p:nvPr>
            <p:ph idx="1"/>
          </p:nvPr>
        </p:nvSpPr>
        <p:spPr>
          <a:xfrm>
            <a:off x="609484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917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4"/>
          <p:cNvSpPr txBox="1">
            <a:spLocks noGrp="1"/>
          </p:cNvSpPr>
          <p:nvPr>
            <p:ph idx="1"/>
          </p:nvPr>
        </p:nvSpPr>
        <p:spPr>
          <a:xfrm>
            <a:off x="6231956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95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4"/>
          <p:cNvSpPr txBox="1">
            <a:spLocks noGrp="1"/>
          </p:cNvSpPr>
          <p:nvPr>
            <p:ph type="body" idx="3"/>
          </p:nvPr>
        </p:nvSpPr>
        <p:spPr>
          <a:xfrm>
            <a:off x="609484" y="3682078"/>
            <a:ext cx="10972443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420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5709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4"/>
          <p:cNvSpPr txBox="1">
            <a:spLocks noGrp="1"/>
          </p:cNvSpPr>
          <p:nvPr>
            <p:ph idx="1"/>
          </p:nvPr>
        </p:nvSpPr>
        <p:spPr>
          <a:xfrm>
            <a:off x="609484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5"/>
          <p:cNvSpPr txBox="1">
            <a:spLocks noGrp="1"/>
          </p:cNvSpPr>
          <p:nvPr>
            <p:ph idx="2"/>
          </p:nvPr>
        </p:nvSpPr>
        <p:spPr>
          <a:xfrm>
            <a:off x="6231956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020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4"/>
          <p:cNvSpPr txBox="1">
            <a:spLocks noGrp="1"/>
          </p:cNvSpPr>
          <p:nvPr>
            <p:ph type="body" idx="4294967295"/>
          </p:nvPr>
        </p:nvSpPr>
        <p:spPr>
          <a:xfrm>
            <a:off x="8029803" y="1604515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5"/>
          <p:cNvSpPr txBox="1">
            <a:spLocks noGrp="1"/>
          </p:cNvSpPr>
          <p:nvPr>
            <p:ph type="body" idx="4294967295"/>
          </p:nvPr>
        </p:nvSpPr>
        <p:spPr>
          <a:xfrm>
            <a:off x="609484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6"/>
          <p:cNvSpPr txBox="1">
            <a:spLocks noGrp="1"/>
          </p:cNvSpPr>
          <p:nvPr>
            <p:ph type="body" idx="4294967295"/>
          </p:nvPr>
        </p:nvSpPr>
        <p:spPr>
          <a:xfrm>
            <a:off x="431964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5" name="PlaceHolder 7"/>
          <p:cNvSpPr txBox="1">
            <a:spLocks noGrp="1"/>
          </p:cNvSpPr>
          <p:nvPr>
            <p:ph type="body" idx="4294967295"/>
          </p:nvPr>
        </p:nvSpPr>
        <p:spPr>
          <a:xfrm>
            <a:off x="802980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417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168807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>
            <a:lvl1pPr marL="228600" indent="-228600" algn="ctr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826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322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682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2677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7784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3"/>
          </p:nvPr>
        </p:nvSpPr>
        <p:spPr>
          <a:xfrm>
            <a:off x="609484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404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3977283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3"/>
          </p:nvPr>
        </p:nvSpPr>
        <p:spPr>
          <a:xfrm>
            <a:off x="6231956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491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body" idx="3"/>
          </p:nvPr>
        </p:nvSpPr>
        <p:spPr>
          <a:xfrm>
            <a:off x="609484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1"/>
          </p:nvPr>
        </p:nvSpPr>
        <p:spPr>
          <a:xfrm>
            <a:off x="6231956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2"/>
          </p:nvPr>
        </p:nvSpPr>
        <p:spPr>
          <a:xfrm>
            <a:off x="609484" y="3682078"/>
            <a:ext cx="10972443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90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body" idx="2"/>
          </p:nvPr>
        </p:nvSpPr>
        <p:spPr>
          <a:xfrm>
            <a:off x="609484" y="1604515"/>
            <a:ext cx="10972443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1"/>
          </p:nvPr>
        </p:nvSpPr>
        <p:spPr>
          <a:xfrm>
            <a:off x="609484" y="3682078"/>
            <a:ext cx="10972443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7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idx="1"/>
          </p:nvPr>
        </p:nvSpPr>
        <p:spPr>
          <a:xfrm>
            <a:off x="609484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idx="2"/>
          </p:nvPr>
        </p:nvSpPr>
        <p:spPr>
          <a:xfrm>
            <a:off x="6231956" y="1604515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idx="3"/>
          </p:nvPr>
        </p:nvSpPr>
        <p:spPr>
          <a:xfrm>
            <a:off x="609484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5" name="PlaceHolder 5"/>
          <p:cNvSpPr txBox="1">
            <a:spLocks noGrp="1"/>
          </p:cNvSpPr>
          <p:nvPr>
            <p:ph idx="4"/>
          </p:nvPr>
        </p:nvSpPr>
        <p:spPr>
          <a:xfrm>
            <a:off x="6231956" y="3682078"/>
            <a:ext cx="5354278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69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 txBox="1">
            <a:spLocks noGrp="1"/>
          </p:cNvSpPr>
          <p:nvPr>
            <p:ph type="body" idx="4294967295"/>
          </p:nvPr>
        </p:nvSpPr>
        <p:spPr>
          <a:xfrm>
            <a:off x="609484" y="1604515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3" name="PlaceHolder 3"/>
          <p:cNvSpPr txBox="1">
            <a:spLocks noGrp="1"/>
          </p:cNvSpPr>
          <p:nvPr>
            <p:ph type="body" idx="4294967295"/>
          </p:nvPr>
        </p:nvSpPr>
        <p:spPr>
          <a:xfrm>
            <a:off x="4319643" y="1604515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4" name="PlaceHolder 4"/>
          <p:cNvSpPr txBox="1">
            <a:spLocks noGrp="1"/>
          </p:cNvSpPr>
          <p:nvPr>
            <p:ph type="body" idx="4294967295"/>
          </p:nvPr>
        </p:nvSpPr>
        <p:spPr>
          <a:xfrm>
            <a:off x="8029803" y="1604515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5" name="PlaceHolder 5"/>
          <p:cNvSpPr txBox="1">
            <a:spLocks noGrp="1"/>
          </p:cNvSpPr>
          <p:nvPr>
            <p:ph type="body" idx="4294967295"/>
          </p:nvPr>
        </p:nvSpPr>
        <p:spPr>
          <a:xfrm>
            <a:off x="609484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6" name="PlaceHolder 6"/>
          <p:cNvSpPr txBox="1">
            <a:spLocks noGrp="1"/>
          </p:cNvSpPr>
          <p:nvPr>
            <p:ph type="body" idx="4294967295"/>
          </p:nvPr>
        </p:nvSpPr>
        <p:spPr>
          <a:xfrm>
            <a:off x="431964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  <p:sp>
        <p:nvSpPr>
          <p:cNvPr id="7" name="PlaceHolder 7"/>
          <p:cNvSpPr txBox="1">
            <a:spLocks noGrp="1"/>
          </p:cNvSpPr>
          <p:nvPr>
            <p:ph type="body" idx="4294967295"/>
          </p:nvPr>
        </p:nvSpPr>
        <p:spPr>
          <a:xfrm>
            <a:off x="8029803" y="3682078"/>
            <a:ext cx="3533040" cy="1896840"/>
          </a:xfrm>
        </p:spPr>
        <p:txBody>
          <a:bodyPr/>
          <a:lstStyle>
            <a:lvl1pPr marL="228600" indent="-228600">
              <a:spcBef>
                <a:spcPts val="1000"/>
              </a:spcBef>
              <a:buSzPct val="100000"/>
              <a:buFont typeface="Arial" pitchFamily="34"/>
              <a:buChar char="•"/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64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 txBox="1">
            <a:spLocks noGrp="1"/>
          </p:cNvSpPr>
          <p:nvPr>
            <p:ph type="title"/>
          </p:nvPr>
        </p:nvSpPr>
        <p:spPr>
          <a:xfrm>
            <a:off x="609484" y="273597"/>
            <a:ext cx="10972443" cy="11448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PlaceHolder 3"/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ctr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</p:titleStyle>
    <p:bodyStyle>
      <a:lvl1pPr marL="431999" marR="0" lvl="0" indent="-323999" algn="l" defTabSz="914400" rtl="0" fontAlgn="auto" hangingPunct="1">
        <a:lnSpc>
          <a:spcPct val="90000"/>
        </a:lnSpc>
        <a:spcBef>
          <a:spcPts val="141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32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  <a:lvl2pPr marL="863998" marR="0" lvl="1" indent="-323999" algn="l" defTabSz="914400" rtl="0" fontAlgn="auto" hangingPunct="1">
        <a:lnSpc>
          <a:spcPct val="90000"/>
        </a:lnSpc>
        <a:spcBef>
          <a:spcPts val="113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8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2pPr>
      <a:lvl3pPr marL="1295997" marR="0" lvl="2" indent="-287999" algn="l" defTabSz="914400" rtl="0" fontAlgn="auto" hangingPunct="1">
        <a:lnSpc>
          <a:spcPct val="90000"/>
        </a:lnSpc>
        <a:spcBef>
          <a:spcPts val="850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3pPr>
      <a:lvl4pPr marL="1727996" marR="0" lvl="3" indent="-215999" algn="l" defTabSz="914400" rtl="0" fontAlgn="auto" hangingPunct="1">
        <a:lnSpc>
          <a:spcPct val="90000"/>
        </a:lnSpc>
        <a:spcBef>
          <a:spcPts val="56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4pPr>
      <a:lvl5pPr marL="2159995" marR="0" lvl="4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5pPr>
      <a:lvl6pPr marL="2592003" marR="0" lvl="5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6pPr>
      <a:lvl7pPr marL="3024003" marR="0" lvl="6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2"/>
          <p:cNvSpPr/>
          <p:nvPr/>
        </p:nvSpPr>
        <p:spPr>
          <a:xfrm>
            <a:off x="766797" y="1360078"/>
            <a:ext cx="4523756" cy="4509363"/>
          </a:xfrm>
          <a:prstGeom prst="rect">
            <a:avLst/>
          </a:prstGeom>
          <a:solidFill>
            <a:srgbClr val="F9423A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CustomShape 3"/>
          <p:cNvSpPr/>
          <p:nvPr/>
        </p:nvSpPr>
        <p:spPr>
          <a:xfrm>
            <a:off x="2861276" y="861117"/>
            <a:ext cx="3740755" cy="502563"/>
          </a:xfrm>
          <a:prstGeom prst="rect">
            <a:avLst/>
          </a:prstGeom>
          <a:solidFill>
            <a:srgbClr val="E35205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ustomShape 4"/>
          <p:cNvSpPr/>
          <p:nvPr/>
        </p:nvSpPr>
        <p:spPr>
          <a:xfrm>
            <a:off x="5291998" y="1360078"/>
            <a:ext cx="2423882" cy="502563"/>
          </a:xfrm>
          <a:prstGeom prst="rect">
            <a:avLst/>
          </a:prstGeom>
          <a:solidFill>
            <a:srgbClr val="F2A900"/>
          </a:solid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" name="Grafik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2759" y="5977798"/>
            <a:ext cx="691204" cy="4409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PlaceHolder 5"/>
          <p:cNvSpPr txBox="1">
            <a:spLocks noGrp="1"/>
          </p:cNvSpPr>
          <p:nvPr>
            <p:ph type="title"/>
          </p:nvPr>
        </p:nvSpPr>
        <p:spPr>
          <a:xfrm>
            <a:off x="609484" y="273597"/>
            <a:ext cx="10972443" cy="11448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8" name="PlaceHolder 6"/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marL="0" marR="0" lvl="0" indent="0" algn="ctr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</p:titleStyle>
    <p:bodyStyle>
      <a:lvl1pPr marL="431999" marR="0" lvl="0" indent="-323999" algn="l" defTabSz="914400" rtl="0" fontAlgn="auto" hangingPunct="1">
        <a:lnSpc>
          <a:spcPct val="90000"/>
        </a:lnSpc>
        <a:spcBef>
          <a:spcPts val="141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32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  <a:lvl2pPr marL="863998" marR="0" lvl="1" indent="-323999" algn="l" defTabSz="914400" rtl="0" fontAlgn="auto" hangingPunct="1">
        <a:lnSpc>
          <a:spcPct val="90000"/>
        </a:lnSpc>
        <a:spcBef>
          <a:spcPts val="113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8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2pPr>
      <a:lvl3pPr marL="1295997" marR="0" lvl="2" indent="-287999" algn="l" defTabSz="914400" rtl="0" fontAlgn="auto" hangingPunct="1">
        <a:lnSpc>
          <a:spcPct val="90000"/>
        </a:lnSpc>
        <a:spcBef>
          <a:spcPts val="850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3pPr>
      <a:lvl4pPr marL="1727996" marR="0" lvl="3" indent="-215999" algn="l" defTabSz="914400" rtl="0" fontAlgn="auto" hangingPunct="1">
        <a:lnSpc>
          <a:spcPct val="90000"/>
        </a:lnSpc>
        <a:spcBef>
          <a:spcPts val="56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4pPr>
      <a:lvl5pPr marL="2159995" marR="0" lvl="4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5pPr>
      <a:lvl6pPr marL="2592003" marR="0" lvl="5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6pPr>
      <a:lvl7pPr marL="3024003" marR="0" lvl="6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1592281"/>
            <a:ext cx="394563" cy="5264282"/>
            <a:chOff x="0" y="1592281"/>
            <a:chExt cx="394563" cy="5264282"/>
          </a:xfrm>
        </p:grpSpPr>
        <p:sp>
          <p:nvSpPr>
            <p:cNvPr id="4" name="CustomShape 3"/>
            <p:cNvSpPr/>
            <p:nvPr/>
          </p:nvSpPr>
          <p:spPr>
            <a:xfrm>
              <a:off x="0" y="1592281"/>
              <a:ext cx="394563" cy="3266639"/>
            </a:xfrm>
            <a:prstGeom prst="rect">
              <a:avLst/>
            </a:prstGeom>
            <a:solidFill>
              <a:srgbClr val="F9423A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" name="CustomShape 4"/>
            <p:cNvSpPr/>
            <p:nvPr/>
          </p:nvSpPr>
          <p:spPr>
            <a:xfrm>
              <a:off x="0" y="6197400"/>
              <a:ext cx="394563" cy="659163"/>
            </a:xfrm>
            <a:prstGeom prst="rect">
              <a:avLst/>
            </a:prstGeom>
            <a:solidFill>
              <a:srgbClr val="E35205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" name="CustomShape 5"/>
            <p:cNvSpPr/>
            <p:nvPr/>
          </p:nvSpPr>
          <p:spPr>
            <a:xfrm>
              <a:off x="0" y="4860356"/>
              <a:ext cx="394563" cy="1338837"/>
            </a:xfrm>
            <a:prstGeom prst="rect">
              <a:avLst/>
            </a:prstGeom>
            <a:solidFill>
              <a:srgbClr val="F2A900"/>
            </a:solidFill>
            <a:ln cap="flat">
              <a:noFill/>
              <a:prstDash val="solid"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  <p:pic>
        <p:nvPicPr>
          <p:cNvPr id="7" name="Grafik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03557" y="466920"/>
            <a:ext cx="507601" cy="3236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PlaceHolder 6"/>
          <p:cNvSpPr txBox="1">
            <a:spLocks noGrp="1"/>
          </p:cNvSpPr>
          <p:nvPr>
            <p:ph type="title"/>
          </p:nvPr>
        </p:nvSpPr>
        <p:spPr>
          <a:xfrm>
            <a:off x="609484" y="273597"/>
            <a:ext cx="10972443" cy="11448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9" name="PlaceHolder 7"/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marL="0" marR="0" lvl="0" indent="0" algn="ctr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</p:titleStyle>
    <p:bodyStyle>
      <a:lvl1pPr marL="431999" marR="0" lvl="0" indent="-323999" algn="l" defTabSz="914400" rtl="0" fontAlgn="auto" hangingPunct="1">
        <a:lnSpc>
          <a:spcPct val="90000"/>
        </a:lnSpc>
        <a:spcBef>
          <a:spcPts val="141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32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  <a:lvl2pPr marL="863998" marR="0" lvl="1" indent="-323999" algn="l" defTabSz="914400" rtl="0" fontAlgn="auto" hangingPunct="1">
        <a:lnSpc>
          <a:spcPct val="90000"/>
        </a:lnSpc>
        <a:spcBef>
          <a:spcPts val="113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8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2pPr>
      <a:lvl3pPr marL="1295997" marR="0" lvl="2" indent="-287999" algn="l" defTabSz="914400" rtl="0" fontAlgn="auto" hangingPunct="1">
        <a:lnSpc>
          <a:spcPct val="90000"/>
        </a:lnSpc>
        <a:spcBef>
          <a:spcPts val="850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3pPr>
      <a:lvl4pPr marL="1727996" marR="0" lvl="3" indent="-215999" algn="l" defTabSz="914400" rtl="0" fontAlgn="auto" hangingPunct="1">
        <a:lnSpc>
          <a:spcPct val="90000"/>
        </a:lnSpc>
        <a:spcBef>
          <a:spcPts val="56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4pPr>
      <a:lvl5pPr marL="2159995" marR="0" lvl="4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5pPr>
      <a:lvl6pPr marL="2592003" marR="0" lvl="5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6pPr>
      <a:lvl7pPr marL="3024003" marR="0" lvl="6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 txBox="1">
            <a:spLocks noGrp="1"/>
          </p:cNvSpPr>
          <p:nvPr>
            <p:ph type="title"/>
          </p:nvPr>
        </p:nvSpPr>
        <p:spPr>
          <a:xfrm>
            <a:off x="609484" y="273597"/>
            <a:ext cx="10972443" cy="11448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PlaceHolder 3"/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marL="0" marR="0" lvl="0" indent="0" algn="ctr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</p:titleStyle>
    <p:bodyStyle>
      <a:lvl1pPr marL="431999" marR="0" lvl="0" indent="-323999" algn="l" defTabSz="914400" rtl="0" fontAlgn="auto" hangingPunct="1">
        <a:lnSpc>
          <a:spcPct val="90000"/>
        </a:lnSpc>
        <a:spcBef>
          <a:spcPts val="141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32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  <a:lvl2pPr marL="863998" marR="0" lvl="1" indent="-323999" algn="l" defTabSz="914400" rtl="0" fontAlgn="auto" hangingPunct="1">
        <a:lnSpc>
          <a:spcPct val="90000"/>
        </a:lnSpc>
        <a:spcBef>
          <a:spcPts val="113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8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2pPr>
      <a:lvl3pPr marL="1295997" marR="0" lvl="2" indent="-287999" algn="l" defTabSz="914400" rtl="0" fontAlgn="auto" hangingPunct="1">
        <a:lnSpc>
          <a:spcPct val="90000"/>
        </a:lnSpc>
        <a:spcBef>
          <a:spcPts val="850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3pPr>
      <a:lvl4pPr marL="1727996" marR="0" lvl="3" indent="-215999" algn="l" defTabSz="914400" rtl="0" fontAlgn="auto" hangingPunct="1">
        <a:lnSpc>
          <a:spcPct val="90000"/>
        </a:lnSpc>
        <a:spcBef>
          <a:spcPts val="56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4pPr>
      <a:lvl5pPr marL="2159995" marR="0" lvl="4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5pPr>
      <a:lvl6pPr marL="2592003" marR="0" lvl="5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6pPr>
      <a:lvl7pPr marL="3024003" marR="0" lvl="6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en-US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724" y="0"/>
            <a:ext cx="12254395" cy="71154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ustomShape 2"/>
          <p:cNvSpPr/>
          <p:nvPr/>
        </p:nvSpPr>
        <p:spPr>
          <a:xfrm>
            <a:off x="766796" y="1366195"/>
            <a:ext cx="8131397" cy="4080876"/>
          </a:xfrm>
          <a:prstGeom prst="rect">
            <a:avLst/>
          </a:prstGeom>
          <a:solidFill>
            <a:srgbClr val="F9423A"/>
          </a:solidFill>
          <a:ln cap="flat">
            <a:noFill/>
            <a:prstDash val="solid"/>
          </a:ln>
        </p:spPr>
        <p:txBody>
          <a:bodyPr vert="horz" wrap="square" lIns="287999" tIns="539998" rIns="287999" bIns="539998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-1" baseline="0" dirty="0">
                <a:solidFill>
                  <a:srgbClr val="FFFFFF"/>
                </a:solidFill>
                <a:uFillTx/>
                <a:latin typeface="Calibri"/>
                <a:ea typeface="DejaVu Sans"/>
                <a:cs typeface="DejaVu Sans"/>
              </a:rPr>
              <a:t>Thesis Title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4800" b="1" spc="-1" dirty="0">
              <a:solidFill>
                <a:srgbClr val="FFFFFF"/>
              </a:solidFill>
              <a:latin typeface="Calibri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-1" baseline="0" dirty="0">
                <a:solidFill>
                  <a:srgbClr val="FFFFFF"/>
                </a:solidFill>
                <a:uFillTx/>
                <a:latin typeface="Calibri"/>
                <a:ea typeface="DejaVu Sans"/>
                <a:cs typeface="DejaVu Sans"/>
              </a:rPr>
              <a:t>Student Name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spc="-1" dirty="0">
                <a:solidFill>
                  <a:srgbClr val="FFFFFF"/>
                </a:solidFill>
                <a:latin typeface="Calibri"/>
                <a:ea typeface="DejaVu Sans"/>
                <a:cs typeface="DejaVu Sans"/>
              </a:rPr>
              <a:t>Supervisor Name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3600" b="1" i="0" u="none" strike="noStrike" kern="1200" cap="none" spc="-1" baseline="0" dirty="0">
              <a:solidFill>
                <a:srgbClr val="FFFFFF"/>
              </a:solidFill>
              <a:uFillTx/>
              <a:latin typeface="Calibri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-1" baseline="0" dirty="0">
                <a:solidFill>
                  <a:srgbClr val="FFFFFF"/>
                </a:solidFill>
                <a:uFillTx/>
                <a:latin typeface="Calibri"/>
                <a:ea typeface="DejaVu Sans"/>
                <a:cs typeface="DejaVu Sans"/>
              </a:rPr>
              <a:t>Program</a:t>
            </a:r>
            <a:endParaRPr lang="en-US" sz="36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CustomShape 4"/>
          <p:cNvSpPr/>
          <p:nvPr/>
        </p:nvSpPr>
        <p:spPr>
          <a:xfrm>
            <a:off x="9439195" y="5938918"/>
            <a:ext cx="2562477" cy="658797"/>
          </a:xfrm>
          <a:prstGeom prst="rect">
            <a:avLst/>
          </a:pr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971641" y="1856515"/>
            <a:ext cx="4151522" cy="356688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-1" baseline="0" dirty="0">
                <a:solidFill>
                  <a:srgbClr val="FFFFFF"/>
                </a:solidFill>
                <a:uFillTx/>
                <a:latin typeface="Calibri"/>
                <a:ea typeface="DejaVu Sans"/>
                <a:cs typeface="DejaVu Sans"/>
              </a:rPr>
              <a:t>Outline</a:t>
            </a:r>
            <a:endParaRPr lang="en-US" sz="40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0" y="6176515"/>
            <a:ext cx="4113364" cy="36360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F9423A"/>
                </a:solidFill>
                <a:uFillTx/>
                <a:latin typeface="Calibri"/>
                <a:ea typeface="DejaVu Sans"/>
                <a:cs typeface="DejaVu Sans"/>
              </a:rPr>
              <a:t>University of Applied Sciences Europe</a:t>
            </a: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CustomShape 3"/>
          <p:cNvSpPr/>
          <p:nvPr/>
        </p:nvSpPr>
        <p:spPr>
          <a:xfrm>
            <a:off x="0" y="6278764"/>
            <a:ext cx="381240" cy="45539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CustomShape 4"/>
          <p:cNvSpPr/>
          <p:nvPr/>
        </p:nvSpPr>
        <p:spPr>
          <a:xfrm>
            <a:off x="5432395" y="1857603"/>
            <a:ext cx="5032080" cy="41144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228600" marR="0" lvl="0" indent="-227164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423A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spc="-1" dirty="0">
                <a:solidFill>
                  <a:srgbClr val="F9423A"/>
                </a:solidFill>
                <a:latin typeface="Calibri"/>
                <a:ea typeface="DejaVu Sans"/>
                <a:cs typeface="DejaVu Sans"/>
              </a:rPr>
              <a:t>Problem Statement</a:t>
            </a:r>
          </a:p>
          <a:p>
            <a:pPr marL="228600" marR="0" lvl="0" indent="-227164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423A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kern="0" spc="-1" dirty="0">
                <a:solidFill>
                  <a:srgbClr val="F9423A"/>
                </a:solidFill>
                <a:latin typeface="Calibri"/>
                <a:ea typeface="DejaVu Sans"/>
                <a:cs typeface="DejaVu Sans"/>
              </a:rPr>
              <a:t>Research Question</a:t>
            </a:r>
          </a:p>
          <a:p>
            <a:pPr marL="228600" marR="0" lvl="0" indent="-227164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423A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kern="0" spc="-1" dirty="0">
                <a:solidFill>
                  <a:srgbClr val="F9423A"/>
                </a:solidFill>
                <a:latin typeface="Calibri"/>
                <a:ea typeface="DejaVu Sans"/>
                <a:cs typeface="DejaVu Sans"/>
              </a:rPr>
              <a:t>Literature Review</a:t>
            </a:r>
          </a:p>
          <a:p>
            <a:pPr marL="228600" marR="0" lvl="0" indent="-227164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423A"/>
              </a:buClr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kern="0" spc="-1" dirty="0">
                <a:solidFill>
                  <a:srgbClr val="F9423A"/>
                </a:solidFill>
                <a:latin typeface="Calibri"/>
                <a:ea typeface="DejaVu Sans"/>
                <a:cs typeface="DejaVu Sans"/>
              </a:rPr>
              <a:t>Plan</a:t>
            </a:r>
            <a:br>
              <a:rPr lang="en-US" sz="2800" kern="0" spc="-1" dirty="0">
                <a:solidFill>
                  <a:srgbClr val="F9423A"/>
                </a:solidFill>
                <a:latin typeface="Calibri"/>
                <a:ea typeface="DejaVu Sans"/>
                <a:cs typeface="DejaVu Sans"/>
              </a:rPr>
            </a:br>
            <a:endParaRPr lang="en-US" sz="2800" kern="0" spc="-1" dirty="0">
              <a:solidFill>
                <a:srgbClr val="F9423A"/>
              </a:solidFill>
              <a:latin typeface="Calibri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91479" y="357841"/>
            <a:ext cx="9836283" cy="53423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-1" baseline="0" dirty="0">
                <a:solidFill>
                  <a:srgbClr val="F9423A"/>
                </a:solidFill>
                <a:uFillTx/>
                <a:latin typeface="Calibri"/>
                <a:ea typeface="DejaVu Sans"/>
                <a:cs typeface="DejaVu Sans"/>
              </a:rPr>
              <a:t>Problem Statement</a:t>
            </a:r>
            <a:endParaRPr lang="en-US" sz="36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92202" y="1334877"/>
            <a:ext cx="9835917" cy="4965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Clearly state in a single sentence what is the problem that you are solving in your thesis.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Max 1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91479" y="357841"/>
            <a:ext cx="9836283" cy="53423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-1" baseline="0" dirty="0">
                <a:solidFill>
                  <a:srgbClr val="F9423A"/>
                </a:solidFill>
                <a:uFillTx/>
                <a:latin typeface="Calibri"/>
                <a:ea typeface="DejaVu Sans"/>
                <a:cs typeface="DejaVu Sans"/>
              </a:rPr>
              <a:t>Research Questions</a:t>
            </a:r>
            <a:endParaRPr lang="en-US" sz="36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92202" y="1334877"/>
            <a:ext cx="9835917" cy="4965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State the Research Questions that will be addressed in the thesis.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Max 1 Slide</a:t>
            </a:r>
          </a:p>
        </p:txBody>
      </p:sp>
    </p:spTree>
    <p:extLst>
      <p:ext uri="{BB962C8B-B14F-4D97-AF65-F5344CB8AC3E}">
        <p14:creationId xmlns:p14="http://schemas.microsoft.com/office/powerpoint/2010/main" val="195860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91479" y="357841"/>
            <a:ext cx="9836283" cy="53423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-1" baseline="0" dirty="0">
                <a:solidFill>
                  <a:srgbClr val="F9423A"/>
                </a:solidFill>
                <a:uFillTx/>
                <a:latin typeface="Calibri"/>
                <a:ea typeface="DejaVu Sans"/>
                <a:cs typeface="DejaVu Sans"/>
              </a:rPr>
              <a:t>Literature Review</a:t>
            </a:r>
            <a:endParaRPr lang="en-US" sz="36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92202" y="1334877"/>
            <a:ext cx="9835917" cy="4965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What other researchers have done to solve this problem.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Maximum 2 Slides</a:t>
            </a:r>
          </a:p>
        </p:txBody>
      </p:sp>
    </p:spTree>
    <p:extLst>
      <p:ext uri="{BB962C8B-B14F-4D97-AF65-F5344CB8AC3E}">
        <p14:creationId xmlns:p14="http://schemas.microsoft.com/office/powerpoint/2010/main" val="222830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91479" y="357841"/>
            <a:ext cx="9836283" cy="53423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-1" baseline="0" dirty="0">
                <a:solidFill>
                  <a:srgbClr val="F9423A"/>
                </a:solidFill>
                <a:uFillTx/>
                <a:latin typeface="Calibri"/>
                <a:ea typeface="DejaVu Sans"/>
                <a:cs typeface="DejaVu Sans"/>
              </a:rPr>
              <a:t>Plan</a:t>
            </a:r>
            <a:endParaRPr lang="en-US" sz="36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592202" y="1334877"/>
            <a:ext cx="9835917" cy="4965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Methodology/Plan/Gantt Chart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Max 1 Slide</a:t>
            </a:r>
          </a:p>
          <a:p>
            <a:pPr marL="342900" marR="0" lvl="0" indent="-3429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spc="-1" dirty="0">
                <a:solidFill>
                  <a:srgbClr val="FF0000"/>
                </a:solidFill>
                <a:ea typeface="DejaVu Sans"/>
                <a:cs typeface="DejaVu Sans"/>
              </a:rPr>
              <a:t>Beside other steps, mention the Thesis Registration Date and Thesis Submission Deadline</a:t>
            </a:r>
          </a:p>
        </p:txBody>
      </p:sp>
    </p:spTree>
    <p:extLst>
      <p:ext uri="{BB962C8B-B14F-4D97-AF65-F5344CB8AC3E}">
        <p14:creationId xmlns:p14="http://schemas.microsoft.com/office/powerpoint/2010/main" val="240114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591479" y="357841"/>
            <a:ext cx="9836283" cy="53423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-1" baseline="0" dirty="0">
                <a:solidFill>
                  <a:srgbClr val="F9423A"/>
                </a:solidFill>
                <a:uFillTx/>
                <a:latin typeface="Calibri"/>
                <a:ea typeface="DejaVu Sans"/>
                <a:cs typeface="DejaVu Sans"/>
              </a:rPr>
              <a:t>References</a:t>
            </a:r>
            <a:endParaRPr lang="en-US" sz="36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7BF71-DA8D-3AE1-252E-FDD1292B1F38}"/>
              </a:ext>
            </a:extLst>
          </p:cNvPr>
          <p:cNvSpPr txBox="1"/>
          <p:nvPr/>
        </p:nvSpPr>
        <p:spPr>
          <a:xfrm>
            <a:off x="1264097" y="1797784"/>
            <a:ext cx="9163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Provide a list of references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680" cy="685656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CustomShape 1"/>
          <p:cNvSpPr/>
          <p:nvPr/>
        </p:nvSpPr>
        <p:spPr>
          <a:xfrm>
            <a:off x="766797" y="1366195"/>
            <a:ext cx="4138556" cy="4148276"/>
          </a:xfrm>
          <a:prstGeom prst="rect">
            <a:avLst/>
          </a:prstGeom>
          <a:solidFill>
            <a:srgbClr val="F9423A"/>
          </a:solidFill>
          <a:ln cap="flat">
            <a:noFill/>
            <a:prstDash val="solid"/>
          </a:ln>
        </p:spPr>
        <p:txBody>
          <a:bodyPr vert="horz" wrap="square" lIns="287999" tIns="539998" rIns="287999" bIns="359999" anchor="t" anchorCtr="0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400" b="1" i="0" u="none" strike="noStrike" kern="1200" cap="none" spc="-1" baseline="0" dirty="0">
                <a:solidFill>
                  <a:srgbClr val="FFFFFF"/>
                </a:solidFill>
                <a:uFillTx/>
                <a:latin typeface="Calibri"/>
                <a:ea typeface="DejaVu Sans"/>
                <a:cs typeface="DejaVu Sans"/>
              </a:rPr>
              <a:t>Q&amp;A</a:t>
            </a:r>
            <a:endParaRPr lang="en-US" sz="4400" b="0" i="0" u="none" strike="noStrike" kern="1200" cap="none" spc="-1" baseline="0" dirty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CustomShape 2"/>
          <p:cNvSpPr/>
          <p:nvPr/>
        </p:nvSpPr>
        <p:spPr>
          <a:xfrm>
            <a:off x="9439195" y="5938918"/>
            <a:ext cx="2562477" cy="658797"/>
          </a:xfrm>
          <a:prstGeom prst="rect">
            <a:avLst/>
          </a:pr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3A972A1A6EE74C964B251B2C2F3985" ma:contentTypeVersion="0" ma:contentTypeDescription="Create a new document." ma:contentTypeScope="" ma:versionID="b515d8540b95958a0f6995e493aab02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78FF94-A224-4A29-B975-FCDFE4BEC4B6}"/>
</file>

<file path=customXml/itemProps2.xml><?xml version="1.0" encoding="utf-8"?>
<ds:datastoreItem xmlns:ds="http://schemas.openxmlformats.org/officeDocument/2006/customXml" ds:itemID="{47848A41-2B55-47D7-9C02-F2808A7630D3}"/>
</file>

<file path=customXml/itemProps3.xml><?xml version="1.0" encoding="utf-8"?>
<ds:datastoreItem xmlns:ds="http://schemas.openxmlformats.org/officeDocument/2006/customXml" ds:itemID="{EA262421-D394-4DED-9CB2-4BDCA55A750B}"/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0</TotalTime>
  <Words>108</Words>
  <Application>Microsoft Office PowerPoint</Application>
  <PresentationFormat>Widescreen</PresentationFormat>
  <Paragraphs>28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rand kouatly</dc:creator>
  <dc:description/>
  <cp:lastModifiedBy>Iftikhar Ahmed</cp:lastModifiedBy>
  <cp:revision>110</cp:revision>
  <cp:lastPrinted>2024-03-24T20:11:46Z</cp:lastPrinted>
  <dcterms:modified xsi:type="dcterms:W3CDTF">2024-04-28T18:45:57Z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PresentationFormat">
    <vt:lpwstr>Breitbild</vt:lpwstr>
  </property>
  <property fmtid="{D5CDD505-2E9C-101B-9397-08002B2CF9AE}" pid="6" name="ScaleCrop">
    <vt:bool>false</vt:bool>
  </property>
  <property fmtid="{D5CDD505-2E9C-101B-9397-08002B2CF9AE}" pid="7" name="ShareDoc">
    <vt:bool>false</vt:bool>
  </property>
  <property fmtid="{D5CDD505-2E9C-101B-9397-08002B2CF9AE}" pid="8" name="ContentTypeId">
    <vt:lpwstr>0x010100DE3A972A1A6EE74C964B251B2C2F3985</vt:lpwstr>
  </property>
</Properties>
</file>